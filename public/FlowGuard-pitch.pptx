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PAYOUT CONSOLE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pPr algn="ctr" indent="0" marL="0">
              <a:buNone/>
            </a:pPr>
            <a:r>
              <a:rPr lang="en-US" sz="54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828800" y="3840480"/>
            <a:ext cx="8531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Dual-route, risk-first cross-border payments — check before you send.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B2B payouts are sent blind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Send-and-pray wires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only learn a payment will bounce after it leaves — funds frozen for days while returns settle.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7328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01688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Dirty beneficiary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07328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company name, bad IBAN, dormant accounts. Banks silently return the wire; reconciliation is manual.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dual control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cashier can push a large payout alone — real compliance and fraud exposure.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8728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7328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01688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rail = wasted money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07328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 direct vs local fiat payout picked by gut feel means higher fees and higher failure rates.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console that de-risks the payout before it leaves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pre-send precheck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AI + a deterministic risk engine estimate the return probability before you commit.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7328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01688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Dual-route recommendation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07328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 Direct vs Local Fiat Payout, auto-ranked by risk and cost.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Maker-checker control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Cashier drafts, supervisor approves. Duties are split by design.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8728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7328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01688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+ shared case board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07328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escrow and login-free token links let clients and suppliers confirm data fixes online.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BUILT TODAY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MVP — live, not slideware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to AI precheck to dual-route to dual review to escrow to reconciliation, fully wired.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7328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01688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backend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07328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with multi-tenant isolation, auth guards, and an audit timeline on every case.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Mobile-first, two modes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and guest mode — guests run locally for zero-friction trials.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8728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7328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01688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Quality-checked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07328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 UI, engineering, database, and full-flow audits — ready for a live demo.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control before the send — not after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393338" cy="4389120"/>
          </a:xfrm>
          <a:prstGeom prst="roundRect">
            <a:avLst>
              <a:gd name="adj" fmla="val 3234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23874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Pre-send, not post-hoc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293613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reconcile after failure. We block the failure first.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9178" y="1920240"/>
            <a:ext cx="3393338" cy="4389120"/>
          </a:xfrm>
          <a:prstGeom prst="roundRect">
            <a:avLst>
              <a:gd name="adj" fmla="val 3234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7778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22138" y="2103120"/>
            <a:ext cx="23874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rails, one decision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7778" y="2606040"/>
            <a:ext cx="293613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 and local fiat compared in the same flow.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8277" y="1920240"/>
            <a:ext cx="3393338" cy="4389120"/>
          </a:xfrm>
          <a:prstGeom prst="roundRect">
            <a:avLst>
              <a:gd name="adj" fmla="val 3234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6877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81237" y="2103120"/>
            <a:ext cx="23874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is native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6877" y="2606040"/>
            <a:ext cx="293613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Maker-checker and audit trail are core, not a bolt-on.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aligned revenue lines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393338" cy="4389120"/>
          </a:xfrm>
          <a:prstGeom prst="roundRect">
            <a:avLst>
              <a:gd name="adj" fmla="val 3234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23874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Per-payout fee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293613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take rate on each successfully de-risked payout.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9178" y="1920240"/>
            <a:ext cx="3393338" cy="4389120"/>
          </a:xfrm>
          <a:prstGeom prst="roundRect">
            <a:avLst>
              <a:gd name="adj" fmla="val 3234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7778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22138" y="2103120"/>
            <a:ext cx="23874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subscription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7778" y="2606040"/>
            <a:ext cx="293613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+ tier pricing for teams needing dual control and audit.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8277" y="1920240"/>
            <a:ext cx="3393338" cy="4389120"/>
          </a:xfrm>
          <a:prstGeom prst="roundRect">
            <a:avLst>
              <a:gd name="adj" fmla="val 3234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6877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81237" y="2103120"/>
            <a:ext cx="23874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 rebates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6877" y="2606040"/>
            <a:ext cx="293613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savings from routing volume to the optimal rail.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simulation to real rails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rail integrations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real stablecoin and local-fiat payout providers.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7328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01688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escrow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07328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escrow to the backend and settle on real chains.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Multi-currency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corridor and currency coverage.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8728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7328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01688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RBAC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07328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roles and approval policies for larger teams.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sending blind.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828800" y="3840480"/>
            <a:ext cx="8531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FlowGuard checks every cross-border payout before the money moves.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 — LIVE DEMO AVAILABLE NOW.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FlowGuard — Investor Pitch</dc:title>
  <dc:subject>PptxGenJS Presentation</dc:subject>
  <dc:creator>FlowGuard</dc:creator>
  <cp:lastModifiedBy>FlowGuard</cp:lastModifiedBy>
  <cp:revision>1</cp:revision>
  <dcterms:created xsi:type="dcterms:W3CDTF">2026-08-12T10:06:24Z</dcterms:created>
  <dcterms:modified xsi:type="dcterms:W3CDTF">2026-08-12T10:06:24Z</dcterms:modified>
</cp:coreProperties>
</file>