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6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0783C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0116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78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跨境付款风控控制台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228600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EDEB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Flow</a:t>
            </a:r>
            <a:pPr algn="ctr" indent="0" marL="0">
              <a:buNone/>
            </a:pPr>
            <a:r>
              <a:rPr lang="en-US" sz="5400" b="1" dirty="0">
                <a:solidFill>
                  <a:srgbClr val="E078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Guard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1371600" y="3840480"/>
            <a:ext cx="944575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A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双通道、风险优先的跨境付款 —— 先核查,再付款。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58521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9A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投资路演 ·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6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0783C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78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痛点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DEB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跨境 B2B 付款都是「盲发」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5272888" cy="2034540"/>
          </a:xfrm>
          <a:prstGeom prst="roundRect">
            <a:avLst>
              <a:gd name="adj" fmla="val 5393"/>
            </a:avLst>
          </a:prstGeom>
          <a:solidFill>
            <a:srgbClr val="0E1A16"/>
          </a:solidFill>
          <a:ln w="12700">
            <a:solidFill>
              <a:srgbClr val="2A342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0312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8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463040" y="2103120"/>
            <a:ext cx="42670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DEB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先发后祈祷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68680" y="2606040"/>
            <a:ext cx="4815688" cy="12115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钱打出去才知道会被退回 —— 资金冻结数日,等退汇结算,业务停摆。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78728" y="1920240"/>
            <a:ext cx="5272888" cy="2034540"/>
          </a:xfrm>
          <a:prstGeom prst="roundRect">
            <a:avLst>
              <a:gd name="adj" fmla="val 5393"/>
            </a:avLst>
          </a:prstGeom>
          <a:solidFill>
            <a:srgbClr val="0E1A16"/>
          </a:solidFill>
          <a:ln w="12700">
            <a:solidFill>
              <a:srgbClr val="2A342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07328" y="210312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8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101688" y="2103120"/>
            <a:ext cx="42670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DEB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收款人信息脏数据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07328" y="2606040"/>
            <a:ext cx="4815688" cy="12115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公司名不符、IBAN 错误、账户休眠。银行静默退汇,对账全靠人工。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274820"/>
            <a:ext cx="5272888" cy="2034540"/>
          </a:xfrm>
          <a:prstGeom prst="roundRect">
            <a:avLst>
              <a:gd name="adj" fmla="val 5393"/>
            </a:avLst>
          </a:prstGeom>
          <a:solidFill>
            <a:srgbClr val="0E1A16"/>
          </a:solidFill>
          <a:ln w="12700">
            <a:solidFill>
              <a:srgbClr val="2A342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445770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8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463040" y="4457700"/>
            <a:ext cx="42670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DEB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缺少双人复核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68680" y="4960620"/>
            <a:ext cx="4815688" cy="12115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一名出纳就能单独推送大额付款 —— 真实的合规与欺诈敞口。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278728" y="4274820"/>
            <a:ext cx="5272888" cy="2034540"/>
          </a:xfrm>
          <a:prstGeom prst="roundRect">
            <a:avLst>
              <a:gd name="adj" fmla="val 5393"/>
            </a:avLst>
          </a:prstGeom>
          <a:solidFill>
            <a:srgbClr val="0E1A16"/>
          </a:solidFill>
          <a:ln w="12700">
            <a:solidFill>
              <a:srgbClr val="2A342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07328" y="445770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8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101688" y="4457700"/>
            <a:ext cx="42670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DEB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选错通道 = 白花钱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507328" y="4960620"/>
            <a:ext cx="4815688" cy="12115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稳定币直付与本地法币凭感觉二选一,费用更高、失败率更高。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6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0783C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78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解决方案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DEB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一个控制台,在付款离账前先降风险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5272888" cy="2034540"/>
          </a:xfrm>
          <a:prstGeom prst="roundRect">
            <a:avLst>
              <a:gd name="adj" fmla="val 5393"/>
            </a:avLst>
          </a:prstGeom>
          <a:solidFill>
            <a:srgbClr val="0E1A16"/>
          </a:solidFill>
          <a:ln w="12700">
            <a:solidFill>
              <a:srgbClr val="2A342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0312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8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463040" y="2103120"/>
            <a:ext cx="42670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DEB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+ 金额分档预检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68680" y="2606040"/>
            <a:ext cx="4815688" cy="12115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DeepSeek AI 与确定性引擎评估退回概率;金额分档升级审查,≥ 100 万美元强制进入高风险车道。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78728" y="1920240"/>
            <a:ext cx="5272888" cy="2034540"/>
          </a:xfrm>
          <a:prstGeom prst="roundRect">
            <a:avLst>
              <a:gd name="adj" fmla="val 5393"/>
            </a:avLst>
          </a:prstGeom>
          <a:solidFill>
            <a:srgbClr val="0E1A16"/>
          </a:solidFill>
          <a:ln w="12700">
            <a:solidFill>
              <a:srgbClr val="2A342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07328" y="210312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8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101688" y="2103120"/>
            <a:ext cx="42670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DEB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先向供应商核查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07328" y="2606040"/>
            <a:ext cx="4815688" cy="12115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数据质量问题(公司名 / IBAN / SWIFT / 账户)必须先作为 Case 同步给收款人 —— 未核实或未显式豁免前,审批被拦截。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274820"/>
            <a:ext cx="5272888" cy="2034540"/>
          </a:xfrm>
          <a:prstGeom prst="roundRect">
            <a:avLst>
              <a:gd name="adj" fmla="val 5393"/>
            </a:avLst>
          </a:prstGeom>
          <a:solidFill>
            <a:srgbClr val="0E1A16"/>
          </a:solidFill>
          <a:ln w="12700">
            <a:solidFill>
              <a:srgbClr val="2A342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445770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8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463040" y="4457700"/>
            <a:ext cx="42670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DEB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强制经办—审批分离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68680" y="4960620"/>
            <a:ext cx="4815688" cy="12115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以「经办」提交,以「审批」批准。自审在前端与服务端双重硬拦截 —— 真正的职责分离。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278728" y="4274820"/>
            <a:ext cx="5272888" cy="2034540"/>
          </a:xfrm>
          <a:prstGeom prst="roundRect">
            <a:avLst>
              <a:gd name="adj" fmla="val 5393"/>
            </a:avLst>
          </a:prstGeom>
          <a:solidFill>
            <a:srgbClr val="0E1A16"/>
          </a:solidFill>
          <a:ln w="12700">
            <a:solidFill>
              <a:srgbClr val="2A342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07328" y="445770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8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101688" y="4457700"/>
            <a:ext cx="42670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DEB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双通道 + 双币种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507328" y="4960620"/>
            <a:ext cx="4815688" cy="12115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稳定币直付与本地法币按风险和成本自动排序;每笔付款展示 结算币种 → 收款人本地币种。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6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0783C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78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已交付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DEB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可运行的 MVP —— 真跑通,不是幻灯片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5272888" cy="2034540"/>
          </a:xfrm>
          <a:prstGeom prst="roundRect">
            <a:avLst>
              <a:gd name="adj" fmla="val 5393"/>
            </a:avLst>
          </a:prstGeom>
          <a:solidFill>
            <a:srgbClr val="0E1A16"/>
          </a:solidFill>
          <a:ln w="12700">
            <a:solidFill>
              <a:srgbClr val="2A342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0312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8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463040" y="2103120"/>
            <a:ext cx="42670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DEB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完整控制闭环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68680" y="2606040"/>
            <a:ext cx="4815688" cy="12115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预检 → 供应商核查 → 双人审批 → 执行(MT103 / 钱包)→ 收款方到账回执 → 自动对账,全链路打通。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78728" y="1920240"/>
            <a:ext cx="5272888" cy="2034540"/>
          </a:xfrm>
          <a:prstGeom prst="roundRect">
            <a:avLst>
              <a:gd name="adj" fmla="val 5393"/>
            </a:avLst>
          </a:prstGeom>
          <a:solidFill>
            <a:srgbClr val="0E1A16"/>
          </a:solidFill>
          <a:ln w="12700">
            <a:solidFill>
              <a:srgbClr val="2A342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07328" y="210312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8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101688" y="2103120"/>
            <a:ext cx="42670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DEB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核实即自动清风险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07328" y="2606040"/>
            <a:ext cx="4815688" cy="12115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供应商确认被标问题后,Case 关闭,风险分 / 阻断自动复算 —— 无需人工硬改。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274820"/>
            <a:ext cx="5272888" cy="2034540"/>
          </a:xfrm>
          <a:prstGeom prst="roundRect">
            <a:avLst>
              <a:gd name="adj" fmla="val 5393"/>
            </a:avLst>
          </a:prstGeom>
          <a:solidFill>
            <a:srgbClr val="0E1A16"/>
          </a:solidFill>
          <a:ln w="12700">
            <a:solidFill>
              <a:srgbClr val="2A342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445770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8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463040" y="4457700"/>
            <a:ext cx="42670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DEB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真后端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68680" y="4960620"/>
            <a:ext cx="4815688" cy="12115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PostgreSQL 多租户隔离、鉴权守卫、服务端强制状态机,每笔付款与 Case 均有审计轨迹。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278728" y="4274820"/>
            <a:ext cx="5272888" cy="2034540"/>
          </a:xfrm>
          <a:prstGeom prst="roundRect">
            <a:avLst>
              <a:gd name="adj" fmla="val 5393"/>
            </a:avLst>
          </a:prstGeom>
          <a:solidFill>
            <a:srgbClr val="0E1A16"/>
          </a:solidFill>
          <a:ln w="12700">
            <a:solidFill>
              <a:srgbClr val="2A342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07328" y="445770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8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101688" y="4457700"/>
            <a:ext cx="42670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DEB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免登录到账证明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507328" y="4960620"/>
            <a:ext cx="4815688" cy="12115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收款人通过不可猜测的 token 链接确认收款;确认作为真实结算凭据存证,并在对账中自动匹配。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6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0783C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78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为何是我们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DEB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在付款离账前控风险 —— 而非事后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3393338" cy="4389120"/>
          </a:xfrm>
          <a:prstGeom prst="roundRect">
            <a:avLst>
              <a:gd name="adj" fmla="val 3234"/>
            </a:avLst>
          </a:prstGeom>
          <a:solidFill>
            <a:srgbClr val="0E1A16"/>
          </a:solidFill>
          <a:ln w="12700">
            <a:solidFill>
              <a:srgbClr val="2A342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0312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8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463040" y="2103120"/>
            <a:ext cx="238749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DEB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事前拦截,而非事后补救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68680" y="2606040"/>
            <a:ext cx="2936138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同类产品在失败后才对账。我们先拦住失败 —— 并通过向供应商核查来清除它。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99178" y="1920240"/>
            <a:ext cx="3393338" cy="4389120"/>
          </a:xfrm>
          <a:prstGeom prst="roundRect">
            <a:avLst>
              <a:gd name="adj" fmla="val 3234"/>
            </a:avLst>
          </a:prstGeom>
          <a:solidFill>
            <a:srgbClr val="0E1A16"/>
          </a:solidFill>
          <a:ln w="12700">
            <a:solidFill>
              <a:srgbClr val="2A342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27778" y="210312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8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222138" y="2103120"/>
            <a:ext cx="238749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DEB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两条通道,一次决策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627778" y="2606040"/>
            <a:ext cx="2936138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稳定币与本地法币在同一流程中比较,并带结算 / 到账双币种。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158277" y="1920240"/>
            <a:ext cx="3393338" cy="4389120"/>
          </a:xfrm>
          <a:prstGeom prst="roundRect">
            <a:avLst>
              <a:gd name="adj" fmla="val 3234"/>
            </a:avLst>
          </a:prstGeom>
          <a:solidFill>
            <a:srgbClr val="0E1A16"/>
          </a:solidFill>
          <a:ln w="12700">
            <a:solidFill>
              <a:srgbClr val="2A342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86877" y="210312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8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981237" y="2103120"/>
            <a:ext cx="238749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DEB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合规是原生的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386877" y="2606040"/>
            <a:ext cx="2936138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金额分档车道、强制经办—审批、完整审计轨迹是核心 —— 而非附加功能。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6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0783C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78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商业模式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DEB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三条彼此对齐的收入线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3393338" cy="4389120"/>
          </a:xfrm>
          <a:prstGeom prst="roundRect">
            <a:avLst>
              <a:gd name="adj" fmla="val 3234"/>
            </a:avLst>
          </a:prstGeom>
          <a:solidFill>
            <a:srgbClr val="0E1A16"/>
          </a:solidFill>
          <a:ln w="12700">
            <a:solidFill>
              <a:srgbClr val="2A342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0312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8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463040" y="2103120"/>
            <a:ext cx="238749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DEB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按笔付款费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68680" y="2606040"/>
            <a:ext cx="2936138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对每笔成功降风险的付款收取小额费率。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99178" y="1920240"/>
            <a:ext cx="3393338" cy="4389120"/>
          </a:xfrm>
          <a:prstGeom prst="roundRect">
            <a:avLst>
              <a:gd name="adj" fmla="val 3234"/>
            </a:avLst>
          </a:prstGeom>
          <a:solidFill>
            <a:srgbClr val="0E1A16"/>
          </a:solidFill>
          <a:ln w="12700">
            <a:solidFill>
              <a:srgbClr val="2A342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27778" y="210312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8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222138" y="2103120"/>
            <a:ext cx="238749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DEB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SaaS 订阅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627778" y="2606040"/>
            <a:ext cx="2936138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面向需要双人控制与审计的团队,按席位 + 档位定价。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158277" y="1920240"/>
            <a:ext cx="3393338" cy="4389120"/>
          </a:xfrm>
          <a:prstGeom prst="roundRect">
            <a:avLst>
              <a:gd name="adj" fmla="val 3234"/>
            </a:avLst>
          </a:prstGeom>
          <a:solidFill>
            <a:srgbClr val="0E1A16"/>
          </a:solidFill>
          <a:ln w="12700">
            <a:solidFill>
              <a:srgbClr val="2A342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86877" y="210312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8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981237" y="2103120"/>
            <a:ext cx="238749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DEB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通道返佣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386877" y="2606040"/>
            <a:ext cx="2936138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从把交易量路由到最优通道所节省的成本中分成。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6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0783C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78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路线图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DEB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从模拟走向真实通道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5272888" cy="2034540"/>
          </a:xfrm>
          <a:prstGeom prst="roundRect">
            <a:avLst>
              <a:gd name="adj" fmla="val 5393"/>
            </a:avLst>
          </a:prstGeom>
          <a:solidFill>
            <a:srgbClr val="0E1A16"/>
          </a:solidFill>
          <a:ln w="12700">
            <a:solidFill>
              <a:srgbClr val="2A342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0312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8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463040" y="2103120"/>
            <a:ext cx="42670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DEB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真实通道接入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68680" y="2606040"/>
            <a:ext cx="4815688" cy="12115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接入真实的稳定币与本地法币付款服务商。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78728" y="1920240"/>
            <a:ext cx="5272888" cy="2034540"/>
          </a:xfrm>
          <a:prstGeom prst="roundRect">
            <a:avLst>
              <a:gd name="adj" fmla="val 5393"/>
            </a:avLst>
          </a:prstGeom>
          <a:solidFill>
            <a:srgbClr val="0E1A16"/>
          </a:solidFill>
          <a:ln w="12700">
            <a:solidFill>
              <a:srgbClr val="2A342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07328" y="210312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8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101688" y="2103120"/>
            <a:ext cx="42670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DEB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链上托管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07328" y="2606040"/>
            <a:ext cx="4815688" cy="12115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把托管持久化到后端,并在真实链上结算。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274820"/>
            <a:ext cx="5272888" cy="2034540"/>
          </a:xfrm>
          <a:prstGeom prst="roundRect">
            <a:avLst>
              <a:gd name="adj" fmla="val 5393"/>
            </a:avLst>
          </a:prstGeom>
          <a:solidFill>
            <a:srgbClr val="0E1A16"/>
          </a:solidFill>
          <a:ln w="12700">
            <a:solidFill>
              <a:srgbClr val="2A342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445770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8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463040" y="4457700"/>
            <a:ext cx="42670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DEB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多币种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68680" y="4960620"/>
            <a:ext cx="4815688" cy="12115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扩展走廊与币种覆盖。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278728" y="4274820"/>
            <a:ext cx="5272888" cy="2034540"/>
          </a:xfrm>
          <a:prstGeom prst="roundRect">
            <a:avLst>
              <a:gd name="adj" fmla="val 5393"/>
            </a:avLst>
          </a:prstGeom>
          <a:solidFill>
            <a:srgbClr val="0E1A16"/>
          </a:solidFill>
          <a:ln w="12700">
            <a:solidFill>
              <a:srgbClr val="2A342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07328" y="445770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8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101688" y="4457700"/>
            <a:ext cx="42670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DEB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企业级 RBAC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507328" y="4960620"/>
            <a:ext cx="4815688" cy="12115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为大型团队提供细粒度角色与审批策略。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6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0783C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EDEB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别再盲发。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371600" y="3840480"/>
            <a:ext cx="944575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A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FlowGuard 在每笔跨境付款离账前都先核查。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40080" y="58521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9A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欢迎联系 —— 现场演示随时可看。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FlowGuard — 投资路演</dc:title>
  <dc:subject>PptxGenJS Presentation</dc:subject>
  <dc:creator>FlowGuard</dc:creator>
  <cp:lastModifiedBy>FlowGuard</cp:lastModifiedBy>
  <cp:revision>1</cp:revision>
  <dcterms:created xsi:type="dcterms:W3CDTF">2026-08-13T00:36:30Z</dcterms:created>
  <dcterms:modified xsi:type="dcterms:W3CDTF">2026-08-13T00:36:30Z</dcterms:modified>
</cp:coreProperties>
</file>