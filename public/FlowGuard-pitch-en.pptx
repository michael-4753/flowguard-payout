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payout console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pPr algn="ctr" indent="0" marL="0">
              <a:buNone/>
            </a:pPr>
            <a:r>
              <a:rPr lang="en-US" sz="54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Dual-route, risk-first cross-border payments — check before you send.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B2B payouts are sent blind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Send-and-pray wires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only learn a payment will bounce after it leaves — funds frozen for days while returns settle.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 beneficiary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7328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company name, bad IBAN, dormant accounts. Banks silently return the wire; reconciliation is manual.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dual control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cashier can push a large payout alone — real compliance and fraud exposure.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1688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rail = wasted money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direct vs local fiat picked by gut feel means higher fees and higher failure rates.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console that de-risks the payout before it leaves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amount-tier precheck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AI and a deterministic engine score return probability; amount tiers escalate scrutiny, and payouts ≥ $1M are forced into the high-risk lane.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Verify-first with the supplier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7328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Data-quality problems (name / IBAN / SWIFT / account) must be synced to the payee as a Case first — approval is gated until verified or explicitly overridden.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Maker-checker, enforced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as Maker, approve as Checker; self-approval is hard-blocked front-end and server-side. Shown here in single-account demo mode; production uses two separate accounts.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1688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Dual-route + dual currency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Direct vs Local Fiat auto-ranked by risk and cost; each payout shows settlement currency → payee's local currency.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built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MVP — live, not slideware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loop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Precheck → verify-with-supplier → dual approve → execute (MT103 / wallet) → payee arrival receipt → auto-reconcile, fully wired.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risk clears itself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7328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supplier confirms a flagged detail, the case resolves and the risk score / blocker recompute automatically — no manual fudging.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backend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with multi-tenant isolation, auth guards, a server-enforced state machine, and an audit trail on every payment and case.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1688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Login-free proof of arrival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payee confirms receipt via an unguessable token link; it's stored as real settlement evidence and auto-matched in reconciliation.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control before the send — not after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Pre-send, not post-hoc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reconcile after failure. We block it first — and clear it by verifying with the supplier.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777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22138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rails, one decision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and local fiat compared in the same flow, with dual settlement / payee currency.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8277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6877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81237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is native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Amount-tier lanes, enforced maker-checker, and a full audit trail are core — not a bolt-on.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aligned revenue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Per-payout fee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take rate on each successfully de-risked payout.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777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22138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subscription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+ tier pricing for teams needing dual control and audit.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8277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6877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81237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rebates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savings from routing volume to the optimal rail.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simulation to real rails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rail integrations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real stablecoin and local-fiat payout providers.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escrow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7328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escrow to the backend and settle on real chains.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corridor and currency coverage.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1688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RBAC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roles and approval policies for larger teams.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DE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sending blind.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84048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FlowGuard checks every cross-border payout before the money moves.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A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 — live demo available now.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FlowGuard — Investor Pitch</dc:title>
  <dc:subject>PptxGenJS Presentation</dc:subject>
  <dc:creator>FlowGuard</dc:creator>
  <cp:lastModifiedBy>FlowGuard</cp:lastModifiedBy>
  <cp:revision>1</cp:revision>
  <dcterms:created xsi:type="dcterms:W3CDTF">2026-08-13T01:12:52Z</dcterms:created>
  <dcterms:modified xsi:type="dcterms:W3CDTF">2026-08-13T01:12:52Z</dcterms:modified>
</cp:coreProperties>
</file>