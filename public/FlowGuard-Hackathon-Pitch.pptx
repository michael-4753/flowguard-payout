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2026 创青春 AI 黑客松 · 顺德行 · 自由创新赛道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FlowGuard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5661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把 AI 带进真实场景：跨境付款「先核查，再付款」的风控控制台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一人团队 · 负责 App 全部内容 · 5 分钟路演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今天用 5 分钟讲清 10 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真实问题：谁在痛、痛在哪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产品介绍：FlowGuard 是什么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核心功能①：收款方信息预检-AI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核心功能②：多路径智能路由推荐引擎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核心功能③：统一结算状态与对账看板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覆盖一览：四痛点→四能力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Demo：你能看到什么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技术架构：怎么实现的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合规边界：我们不碰什么（关键）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603504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6144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621792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总结与可继续方向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真实问题 · 谁会使用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跨境 B2B 付款，至今仍是「盲发」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使用者：外贸企业出纳/财务、跨境电商、做海外供应商结算的中小企业。下面四痛点，正好对应后面四个 AI 能力。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① 中间行黑箱，钱卡哪看不见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看不到钱走了哪条路、卡在哪个中间行，只能干等 → AI: where is my money?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② 莫名被退，发起时才知道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被退回的以转账（尤其打款给个人收款人）最常见；退回多是收款信息/合规校验问题，却发起后才发现。传统核实要银行→出纳→业务→供应商层层传话，拖几天到一周 → AI: draft the follow-up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③ 多国供应商，重复适应银行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多国多供应商，每次结算都要重新适应不同银行要求，效率极低 → AI: what this corridor requires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④ 财务对账，凭证对不上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链上/链下凭证对不上，多笔跨国付款时尤其头疼 → AI: why don't these match?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真实、高频、可被验证的痛点——每一条都在后续被一个 AI 能力接住。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产品介绍 · 解决什么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付款前的「退回风险 + 合规」控制台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一句话：在把付款指令提交给持牌机构之前，先预检退回风险、比价选路、双人放行（大额可升级为多级/多签）。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全链路闭环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预检→供应商核实→双人审批（大额可升级多级/多签）→生成付款指令(提交持牌机构)→到账确认→自动对账。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多通道比价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统一池管理多类持牌结算通道，按费用/时效/退回率自动排序，给出可解释的最优路径推荐。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面向真实用户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为中小外贸出纳设计，移动端优先，几步走完一笔高风险付款的完整控制。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产出是指令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批准即生成付款指令，交由持牌机构划付——平台不经手资金。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核心功能①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收款方信息预检-AI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收款账户信息智能校验、国别规则适配、退回风险评分、合规风险提示报告。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账户信息智能校验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收款名/SWIFT/IBAN 一致性与账户状态校验，先拦截而非先失败。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国别规则适配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按收款人国家/币种自动适配该走廊的结算要求，省去每次重新摸规则。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退回风险评分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确定性规则引擎给出退回概率与命中因子；AI 补充语义/情境风险，只加警示、不降评分。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合规风险提示报告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把检查项翻译成通俗解释与修复步骤，并可一键生成供应商核实工单。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pre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135179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核心功能②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多路径智能路由推荐引擎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统一池管理多类持牌结算通道，输出最优路径对比建议——平台不执行付款。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统一通道池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传统电汇、跨境人民币、第三方跨境支付通道；境外主体可选通道含境外持牌结算服务商方案。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多维度比价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按费用、时效、退回率对各持牌通道自动排序，给出可解释的最优路径。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只建议、不执行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平台仅输出最优路径对比建议，实际付款由持牌机构执行——平台不经手资金。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为什么要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通道规则随国别/币种/额度多变，AI 帮助在多变约束下给出可解释的路径推荐。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457325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核心功能③ · 成果可演示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统一结算状态与对账看板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聚合各通道汇款进度、中转链路信息、交易凭证，实现多笔跨国付款台账可视化与自动对账核销。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多通道进度聚合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汇总各持牌通道的汇款进度与中转链路信息，钱走到哪一目了然。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凭证与台账可视化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聚合交易凭证，多笔跨国付款台账集中可视化管理。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自动对账核销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应收 vs 实收、费用与汇兑损失自动匹配核销，并可导出对账单。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结算链路透明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结算全程可追踪；平台只做透明化追踪，不经手资金。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reconc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588731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AI 为何必要 · 四处真实痛点 → 四个 AI 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覆盖一览：不是装饰，是每个卡点的解法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每个 AI 能力都绑定一个真实痛点、一个具体入口、一件明确的事。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926080"/>
                <a:gridCol w="5669280"/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痛点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入口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AI 做什么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① 看不到钱卡哪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历史里进行中付款的资金流链路图下方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where is my money?」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用自然语言说清钱现在卡在哪家中间行、为何被卡、大概还要多久、你能做什么。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② 退回事后才知道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核验 Case（open 状态）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draft the follow-up」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基于命中因子起草给供应商的核实邮件/话术，出纳一键直触供应商、砍掉银行→出纳→业务→供应商的中间层层传话（补齐闭环）。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③ 多国重复适应银行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添加收款人表单（填了国家+银行后出现）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what this corridor requires」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生成该国家/币种的结算要求清单（收款名匹配、SWIFT/IBAN、FX 管制文件等），省去每次重新摸规则。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④ 对账对不上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对账卡片（有差异或凭证未匹配时）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why don't these match?」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指出金额/凭证对不上的最可能原因 + 下一步。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AI 只加价值、只加警示——绝不降低确定性引擎评分；输出均需提交指令前人工核实。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现场可以看到什么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Demo：一笔高风险付款的完整拦截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现场可运行：新建付款→预检亮红→AI 信号→核实清除→双人放行→生成指令。</a:t>
            </a:r>
          </a:p>
        </p:txBody>
      </p:sp>
      <p:pic>
        <p:nvPicPr>
          <p:cNvPr id="5" name="Picture 4" descr="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286000"/>
            <a:ext cx="9692640" cy="5452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现场可运行、可演示核心功能——不是 PPT 概念。可扫码访问在线应用实测。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过程可说明 · 技术架构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怎么实现的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Next.js(App Router)+TypeScript+Tailwind；确定性规则引擎+DeepSeek AI；双语 i18n。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前端 / 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 15 + React + Tailwind，移动端优先；react-i18next 中英双语。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风控内核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确定性退回风险规则引擎(可解释、可复现) + DeepSeek 作为补充语义信号层。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数据与流转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付款指令/收款人台账/工单/到账确认/对账 全链路数据模型。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工程质量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全站 TypeScript 0 error、双语键 415/415 对齐、关键路由端到端可跑。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合规边界 · 打消最大顾虑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我们「不碰」什么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FlowGuard 是纯软件决策支持工具——这是产品的底线，也是可持续的前提。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不持有任何支付/金融牌照，不以金融机构身份展业。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不经手资金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不收款、不放款、不托管资金；任何环节都不流经资金。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不做加密兑换/转账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不提供稳定币/加密货币的兑换、托管或转账服务。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由持牌机构结算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资金结算均由持牌金融机构完成；平台只做风控、选路、生成指令与追踪。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全站措辞已按此口径统一，并附双语《合规审查报告》PDF。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总结 · 方向可继续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真实问题 · AI 必要 · 现场可演示 · 边界清晰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一人团队，独立完成 App 全部内容：产品、风控逻辑、AI 集成、双语、合规措辞与文档。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已验证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完整闭环可现场跑通；工程质量与合规口径均已落地。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可继续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接入更多真实持牌通道、只读 ERP 对账、案例库随使用增长。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一句话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让每一笔跨境付款，在提交给持牌机构之前，先被 AI 与规则一起看一眼。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FlowGuard · 2026 创青春 AI 黑客松 · 自由创新赛道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