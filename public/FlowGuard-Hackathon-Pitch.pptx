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10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核心功能①：收款方信息预检-AI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核心功能②：多路径智能路由推荐引擎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核心功能③：统一结算状态与对账看板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pr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135179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传统电汇、跨境人民币、第三方跨境支付通道；境外主体可选通道含境外持牌数字结算服务商方案。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457325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at-reconc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45920"/>
            <a:ext cx="1588731" cy="46634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412/412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