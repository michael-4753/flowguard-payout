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10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被退回的以转账（尤其打款给个人收款人）最常见；退回多是收款信息/合规校验问题，却发起后才发现，代价几天到一周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411/411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