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11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核心功能③：分阶段里程碑付款工作台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核心功能④：统一结算状态与对账看板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退回多是收款信息/合规校验问题，却发起后才发现，代价几天到一周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传统电汇、跨境人民币、第三方跨境支付通道；境外主体可选通道含境外持牌数字结算服务商方案。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分阶段里程碑付款工作台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外包/项目付款节点台账管理，按里程碑进度设置触发条件；条件结算管理。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节点台账管理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外包/项目付款节点集中管理，进度与金额一目了然。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里程碑触发条件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按里程碑进度设置付款触发条件：待开始→进行中→待校验→已校验。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完成校验→放款提醒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校验通过后向财务推送放款提醒，一键深链跳转付款流程。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实际放款操作全部在银行/持牌结算机构完成——平台不托管、不放款。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核心功能④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