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2026 创青春 AI 黑客松 · 顺德行 · 自由创新赛道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FlowGuard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56616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事前防退回，事中破黑箱，事后好对账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一人团队 · 负责 App 全部内容 · 5 分钟路演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今天用 5 分钟讲清这几件事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真实案例：一笔货款怎么踩坑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真实问题：谁在痛、痛在哪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33172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44144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51460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产品介绍：FlowGuard 是什么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三大核心功能：预检 · 链路透明 · 对账看板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覆盖一览：四痛点→四能力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56616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367588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74904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视频：逐页看页面功能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技术架构：怎么实现的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合规边界：我们不碰什么（关键）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800600"/>
            <a:ext cx="3429000" cy="1051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491032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498348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总结与可继续方向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先看一笔真实的付款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一笔 $48,000 越南货款，是怎么踩进坑里的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周一，出纳给越南供应商汇一笔货款。看似普通的一笔电汇，一周内连踩四个坑——每个坑，正是下一页要讲的痛点。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074920" cy="3611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一周时间线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周一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063240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出纳发起 $48,000 电汇，钱汇出，开始等待。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22191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3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822191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供应商说没收到。问银行，只答「在途」，卡在哪家中间行没人说得清。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81144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6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4581144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银行退回：收款公司名与账户不符（一个字母之差）。$133 手续费打水漂、货期延误。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34009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第 7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5340096"/>
            <a:ext cx="3611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想改走别的通道，却不清楚越南走廊要哪些材料；对账时退回款/手续费/二次汇款三笔对不上。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2514600"/>
            <a:ext cx="5212080" cy="3611880"/>
          </a:xfrm>
          <a:prstGeom prst="round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6517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四个坑，四个痛点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6324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看不到钱卡在哪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3832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全程黑箱，只能干等 → 痛点①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8221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发出后才知会被退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142231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收款信息问题事后才暴露 → 痛点②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8114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走廊规则要重新摸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901183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每国每行要求都不同 → 痛点③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534009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C03A2B"/>
                </a:solidFill>
                <a:latin typeface="Noto Sans CJK SC"/>
                <a:ea typeface="Noto Sans CJK SC"/>
                <a:cs typeface="Noto Sans CJK SC"/>
              </a:rPr>
              <a:t>三笔款对不上账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6601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退回/手续费/重汇难核销 → 痛点④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这不是虚构极端案例，而是外贸出纳每周都在经历的常态。下一页，把它拆成四个可被验证的痛点。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真实问题 · 谁会使用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跨境 B2B 付款，至今仍是「盲发」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使用者：外贸企业出纳/财务、跨境电商、做海外供应商结算的中小企业。下面四痛点，正好对应后面四个 AI 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① 中间行黑箱，钱卡哪看不见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看不到钱走了哪条路、卡在哪个中间行，只能干等 → AI: where is my money?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② 莫名被退，发起时才知道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被退回的以转账（尤其打款给个人收款人）最常见；退回多是收款信息/合规校验问题，却发起后才发现。传统核实要银行→出纳→业务→供应商层层传话，拖几天到一周 → AI: draft the follow-up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③ 多国供应商，重复适应银行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多国多供应商，每次结算都要重新适应不同银行要求，效率极低 → AI: what this corridor requires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4069080"/>
            <a:ext cx="51435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1788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④ 财务对账，凭证对不上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572000"/>
            <a:ext cx="47777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链上/链下凭证对不上，多笔跨国付款时尤其头疼 → AI: why don't these match?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真实、高频、可被验证的痛点——每一条都在后续被一个 AI 能力接住。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产品介绍 · 解决什么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付款前的「退回风险 + 合规」控制台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一句话：在把付款指令提交给持牌机构之前，先预检退回风险、比价选路、双人放行（大额可升级为多级/多签）。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全链路闭环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预检→供应商核实→双人审批（大额可升级多级/多签）→生成付款指令(提交持牌机构)→到账确认→自动对账。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多通道比价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统一池管理多类持牌结算通道，按费用/时效/退回率自动排序，给出可解释的最优路径推荐。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面向真实用户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为中小外贸出纳设计，移动端优先，几步走完一笔高风险付款的完整控制。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产出是指令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批准即生成付款指令，交由持牌机构划付——平台不经手资金。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核心功能① · 事前防退回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收款方信息预检-AI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收款账户信息智能校验、国别规则适配、退回风险评分、合规风险提示报告。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账户信息智能校验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收款名/SWIFT/IBAN 一致性与账户状态校验，先拦截而非先失败。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国别规则适配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按收款人国家/币种自动适配该走廊的结算要求，省去每次重新摸规则。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退回风险评分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确定性规则引擎给出退回概率与命中因子；AI 补充语义/情境风险，只加警示、不降评分。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合规风险提示报告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把检查项翻译成通俗解释与修复步骤，并可一键生成供应商核实工单。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att_4rnsqqdleomumbxor6e-feat-precheck-demo-v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11312" y="1600200"/>
            <a:ext cx="3108960" cy="4754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Demo 视频（点击播放）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核心功能② · 事中破黑箱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结算链路透明化追踪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逐跳看清资金流经的每一层中间行，破除“钱卡在哪看不见”的黑箱；并在多持牌通道间比价选路。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资金流逐跳可视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从起点到收款人，逐一层展开经手行、耗时与逐层扣费后余额，钱走到哪一目了然。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黑箱卡点标注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逐跳标出透明度（清晰/部分/黑箱）与滞留卡点，付款后还能定位钱现在卡在哪家中间行。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多通道比价选路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看清链路后在多类持牌结算通道间，按费用/时效/退回率自动比价，给出可解释的最优路径——平台不执行付款。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为什么要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规则引擎决定选哪条路径，AI 只负责用自然语言把「为什么推荐这条、它比其他通道好在哪」讲清楚——可解释、可复核。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379476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在此处粘贴截图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产品界面（现场可实测）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核心功能③ · 事后好对账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统一结算状态与对账看板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7040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聚合各通道汇款进度、中转链路信息、交易凭证，实现多笔跨国付款台账可视化与自动对账核销。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871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1. 多通道进度聚合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汇总各持牌通道的汇款进度与中转链路信息，钱走到哪一目了然。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47472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5844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2. 凭证与台账可视化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聚合交易凭证，多笔跨国付款台账集中可视化管理。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68172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3. 自动对账核销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应收 vs 实收、费用与汇兑损失自动匹配核销，并可导出对账单。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669279"/>
            <a:ext cx="7040880" cy="93268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7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4. 结算链路透明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6126479"/>
            <a:ext cx="6675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结算全程可追踪；平台只做透明化追踪，不经手资金。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508760"/>
            <a:ext cx="3246120" cy="4937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att_3qmrjx5a4911h6it-3fb6d329d4-feat-reconcile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211312" y="1600200"/>
            <a:ext cx="3108960" cy="4754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138160" y="6510528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Demo 视频（点击播放）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AI 为何必要 · 四处真实痛点 → 四个 AI 能力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AI 覆盖一览：不是装饰，是每个卡点的解法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每个 AI 能力都绑定一个真实痛点、一个具体入口、一件明确的事。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48840"/>
          <a:ext cx="10515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926080"/>
                <a:gridCol w="5669280"/>
              </a:tblGrid>
              <a:tr h="7315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痛点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入口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AI 做什么</a:t>
                      </a:r>
                    </a:p>
                  </a:txBody>
                  <a:tcPr marL="91440" marT="36576" marB="36576">
                    <a:solidFill>
                      <a:srgbClr val="0F766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① 看不到钱卡哪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历史里进行中付款的资金流链路图下方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where is my money?」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用自然语言说清钱现在卡在哪家中间行、为何被卡、大概还要多久、你能做什么。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② 退回事后才知道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核验 Case（open 状态）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draft the follow-up」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基于命中因子起草给供应商的核实邮件/话术，出纳一键直触供应商、砍掉银行→出纳→业务→供应商的中间层层传话（补齐闭环）。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③ 多国重复适应银行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添加收款人表单（填了国家+银行后出现）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what this corridor requires」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生成该国家/币种的结算要求清单（收款名匹配、SWIFT/IBAN、FX 管制文件等），省去每次重新摸规则。</a:t>
                      </a:r>
                    </a:p>
                  </a:txBody>
                  <a:tcPr marL="91440" marT="45720" marB="45720"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④ 对账对不上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对账卡片（有差异或凭证未匹配时）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F766E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「AI: why don't these match?」</a:t>
                      </a:r>
                      <a:r>
                        <a:rPr sz="1150" b="0">
                          <a:solidFill>
                            <a:srgbClr val="64748B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 — 指出金额/凭证对不上的最可能原因 + 下一步。</a:t>
                      </a:r>
                    </a:p>
                  </a:txBody>
                  <a:tcPr marL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AI 只加价值、只加警示——绝不降低确定性引擎评分；输出均需提交指令前人工核实。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预录 Demo 视频 · 逐页展示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Demo 视频：逐页看每个页面在做什么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依次走过每个页面：首页概览 → 退回风险预检 → 多通道比价选路 → 结算对账看板 → 双人放行审批 → AI 核实工单。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2286000"/>
            <a:ext cx="9692640" cy="39319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411480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在此处放入 Demo 视频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预录 Demo 视频、逐页展示各功能页面——不是 PPT 概念。可扫码访问在线应用实测。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Noto Sans CJK SC"/>
                <a:ea typeface="Noto Sans CJK SC"/>
                <a:cs typeface="Noto Sans CJK SC"/>
              </a:rPr>
              <a:t>过程可说明 · 技术架构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怎么实现的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Next.js(App Router)+TypeScript+Tailwind；确定性规则引擎+DeepSeek AI；双语 i18n。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前端 / 应用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Next.js 15 + React + Tailwind，移动端优先；react-i18next 中英双语。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4688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5786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风控内核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29718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确定性退回风险规则引擎(可解释、可复现) + DeepSeek 作为补充语义信号层。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数据与流转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付款指令/收款人台账/工单/到账确认/对账 全链路数据模型。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840480"/>
            <a:ext cx="5143500" cy="1143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395020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Noto Sans CJK SC"/>
                <a:ea typeface="Noto Sans CJK SC"/>
                <a:cs typeface="Noto Sans CJK SC"/>
              </a:rPr>
              <a:t>工程质量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343400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Noto Sans CJK SC"/>
                <a:ea typeface="Noto Sans CJK SC"/>
                <a:cs typeface="Noto Sans CJK SC"/>
              </a:rPr>
              <a:t>全站 TypeScript 0 error、双语键 415/415 对齐、关键路由端到端可跑。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9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合规边界 · 打消最大顾虑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我们「不碰」什么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FlowGuard 是纯软件决策支持工具——这是产品的底线，也是可持续的前提。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不持有任何支付/金融牌照，不以金融机构身份展业。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251460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7940" y="262432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不经手资金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7940" y="304495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不收款、不放款、不托管资金；任何环节都不流经资金。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不做加密兑换/转账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不提供稳定币/加密货币的兑换、托管或转账服务。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3931920"/>
            <a:ext cx="5143500" cy="1188720"/>
          </a:xfrm>
          <a:prstGeom prst="roundRect">
            <a:avLst/>
          </a:prstGeom>
          <a:solidFill>
            <a:srgbClr val="B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4041648"/>
            <a:ext cx="47777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✕ 由持牌机构结算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4462272"/>
            <a:ext cx="47777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EE2E2"/>
                </a:solidFill>
                <a:latin typeface="Noto Sans CJK SC"/>
                <a:ea typeface="Noto Sans CJK SC"/>
                <a:cs typeface="Noto Sans CJK SC"/>
              </a:rPr>
              <a:t>资金结算均由持牌金融机构完成；平台只做风控、选路、生成指令与追踪。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ECACA"/>
                </a:solidFill>
                <a:latin typeface="Noto Sans CJK SC"/>
                <a:ea typeface="Noto Sans CJK SC"/>
                <a:cs typeface="Noto Sans CJK SC"/>
              </a:rPr>
              <a:t>全站措辞已按此口径统一，并附双语《合规审查报告》PDF。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CCEEEA"/>
                </a:solidFill>
                <a:latin typeface="Noto Sans CJK SC"/>
                <a:ea typeface="Noto Sans CJK SC"/>
                <a:cs typeface="Noto Sans CJK SC"/>
              </a:rPr>
              <a:t>总结 · 方向可继续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真实问题 · AI 必要 · 现场可演示 · 边界清晰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AF7F5"/>
                </a:solidFill>
                <a:latin typeface="Noto Sans CJK SC"/>
                <a:ea typeface="Noto Sans CJK SC"/>
                <a:cs typeface="Noto Sans CJK SC"/>
              </a:rPr>
              <a:t>一人团队，独立完成 App 全部内容：产品、风控逻辑、AI 集成、双语、合规措辞与文档。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已验证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完整闭环可现场跑通；工程质量与合规口径均已落地。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可继续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接入更多真实持牌通道、只读 ERP 对账、案例库随使用增长。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566160"/>
            <a:ext cx="3383280" cy="1737360"/>
          </a:xfrm>
          <a:prstGeom prst="roundRect">
            <a:avLst/>
          </a:prstGeom>
          <a:solidFill>
            <a:srgbClr val="115E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70332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一句话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16052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FF1EF"/>
                </a:solidFill>
                <a:latin typeface="Noto Sans CJK SC"/>
                <a:ea typeface="Noto Sans CJK SC"/>
                <a:cs typeface="Noto Sans CJK SC"/>
              </a:rPr>
              <a:t>让每一笔跨境付款，在提交给持牌机构之前，先被 AI 与规则一起看一眼。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BFE4E0"/>
                </a:solidFill>
                <a:latin typeface="Noto Sans CJK SC"/>
                <a:ea typeface="Noto Sans CJK SC"/>
                <a:cs typeface="Noto Sans CJK SC"/>
              </a:rPr>
              <a:t>FlowGuard · 2026 创青春 AI 黑客松 · 自由创新赛道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