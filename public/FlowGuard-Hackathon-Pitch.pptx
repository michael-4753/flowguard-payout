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分钟讲清这几件事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真实案例：一笔货款怎么踩坑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三大核心功能：预检 · 智能路由 · 对账看板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Demo 视频：你能看到什么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先看一笔真实的付款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一笔 $48,000 越南货款，是怎么踩进坑里的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周一，出纳给越南供应商汇一笔货款。看似普通的一笔电汇，一周内连踩四个坑——每个坑，正是下一页要讲的痛点。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074920" cy="3611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一周时间线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周一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063240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出纳发起 $48,000 电汇，钱汇出，开始等待。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2191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3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822191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供应商说没收到。问银行，只答「在途」，卡在哪家中间行没人说得清。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5811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6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581144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银行退回：收款公司名与账户不符（一个字母之差）。$133 手续费打水漂、货期延误。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34009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7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340096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想改走别的通道，却不清楚越南走廊要哪些材料；对账时退回款/手续费/二次汇款三笔对不上。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514600"/>
            <a:ext cx="5212080" cy="3611880"/>
          </a:xfrm>
          <a:prstGeom prst="round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6517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四个坑，四个痛点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063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看不到钱卡在哪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3832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全程黑箱，只能干等 → 痛点①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221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发出后才知会被退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142231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收款信息问题事后才暴露 → 痛点②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58114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走廊规则要重新摸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01183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每国每行要求都不同 → 痛点③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34009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三笔款对不上账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6601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退回/手续费/重汇难核销 → 痛点④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这不是虚构极端案例，而是外贸出纳每周都在经历的常态。下一页，把它拆成四个可被验证的痛点。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被退回的以转账（尤其打款给个人收款人）最常见；退回多是收款信息/合规校验问题，却发起后才发现。传统核实要银行→出纳→业务→供应商层层传话，拖几天到一周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att_0oyps7645nfy4jjj-dac41ff6e4-feat-precheck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211312" y="1600200"/>
            <a:ext cx="3108960" cy="4754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Demo 视频（点击播放）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多路径智能路由推荐引擎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统一池管理多类持牌结算通道，输出最优路径对比建议——平台不执行付款。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统一通道池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传统电汇、跨境人民币、第三方跨境支付通道；境外主体可选通道含境外持牌结算服务商方案。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多维度比价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按费用、时效、退回率对各持牌通道自动排序，给出可解释的最优路径。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只建议、不执行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平台仅输出最优路径对比建议，实际付款由持牌机构执行——平台不经手资金。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通道规则随国别/币种/额度多变，AI 帮助在多变约束下给出可解释的路径推荐。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att_385lhafcz161fcq3-190894a7b5-feat-route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211312" y="1600200"/>
            <a:ext cx="3108960" cy="4754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Demo 视频（点击播放）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基于命中因子起草给供应商的核实邮件/话术，出纳一键直触供应商、砍掉银行→出纳→业务→供应商的中间层层传话（补齐闭环）。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预录 Demo 视频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Demo 视频：一笔高风险付款的完整拦截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播放预录 Demo 视频：新建付款→预检亮红→AI 信号→核实清除→双人放行→生成指令。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286000"/>
            <a:ext cx="9692640" cy="3931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11480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在此处放入 Demo 视频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预录 Demo 视频、可完整演示核心功能——不是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415/415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