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预录 Demo 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播放预录 Demo 视频：新建付款→预检亮红→AI 信号→核实清除→双人放行→生成指令。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286000"/>
            <a:ext cx="9692640" cy="3931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在此处放入 Demo 视频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预录 Demo 视频、可完整演示核心功能——不是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