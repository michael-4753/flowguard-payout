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 11 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核心功能①：收款方信息预检-AI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核心功能②：多路径智能路由推荐引擎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核心功能③：分阶段里程碑付款工作台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核心功能④：统一结算状态与对账看板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覆盖一览：四痛点→四能力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Demo：你能看到什么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使用者：外贸企业出纳/财务、跨境电商、做海外供应商结算的中小企业。下面四痛点，正好对应后面四个 AI 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① 中间行黑箱，钱卡哪看不见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看不到钱走了哪条路、卡在哪个中间行，只能干等 → AI: where is my money?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② 莫名被退，发起时才知道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被退回的以转账（尤其打款给个人收款人）最常见；退回多是收款信息/合规校验问题，却发起后才发现，代价几天到一周 → AI: draft the follow-up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③ 多国供应商，重复适应银行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多国多供应商，每次结算都要重新适应不同银行要求，效率极低 → AI: what this corridor requires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④ 财务对账，凭证对不上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链上/链下凭证对不上，多笔跨国付款时尤其头疼 → AI: why don't these match?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真实、高频、可被验证的痛点——每一条都在后续被一个 AI 能力接住。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统一池管理多类持牌结算通道，按费用/时效/退回率自动排序，给出可解释的最优路径推荐。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收款方信息预检-AI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收款账户信息智能校验、国别规则适配、退回风险评分、合规风险提示报告。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账户信息智能校验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收款名/SWIFT/IBAN 一致性与账户状态校验，先拦截而非先失败。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国别规则适配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按收款人国家/币种自动适配该走廊的结算要求，省去每次重新摸规则。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退回风险评分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确定性规则引擎给出退回概率与命中因子；AI 补充语义/情境风险，只加警示、不降评分。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合规风险提示报告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把检查项翻译成通俗解释与修复步骤，并可一键生成供应商核实工单。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pre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135179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多路径智能路由推荐引擎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统一池管理多类持牌结算通道，输出最优路径对比建议——平台不执行付款。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统一通道池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传统电汇、跨境人民币、第三方跨境支付通道；境外主体可选通道含境外持牌数字结算服务商方案。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多维度比价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按费用、时效、退回率对各持牌通道自动排序，给出可解释的最优路径。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只建议、不执行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平台仅输出最优路径对比建议，实际付款由持牌机构执行——平台不经手资金。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为什么要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通道规则随国别/币种/额度多变，AI 帮助在多变约束下给出可解释的路径推荐。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457325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分阶段里程碑付款工作台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外包/项目付款节点台账管理，按里程碑进度设置触发条件；条件结算管理。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节点台账管理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外包/项目付款节点集中管理，进度与金额一目了然。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里程碑触发条件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按里程碑进度设置付款触发条件：待开始→进行中→待校验→已校验。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完成校验→放款提醒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校验通过后向财务推送放款提醒，一键深链跳转付款流程。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合规边界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实际放款操作全部在银行/持牌结算机构完成——平台不托管、不放款。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milest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588731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核心功能④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统一结算状态与对账看板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聚合各通道汇款进度、中转链路信息、交易凭证，实现多笔跨国付款台账可视化与自动对账核销。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多通道进度聚合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汇总各持牌通道的汇款进度与中转链路信息，钱走到哪一目了然。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凭证与台账可视化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聚合交易凭证，多笔跨国付款台账集中可视化管理。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自动对账核销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应收 vs 实收、费用与汇兑损失自动匹配核销，并可导出对账单。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结算链路透明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结算全程可追踪；平台只做透明化追踪，不经手资金。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econc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588731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基于命中因子直接起草给供应商的核实话术，第一条就是可直接发送的消息（补齐闭环）。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现场可以看到什么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现场可运行：新建付款→预检亮红→AI 信号→核实清除→双人放行→生成指令。</a:t>
            </a:r>
          </a:p>
        </p:txBody>
      </p:sp>
      <p:pic>
        <p:nvPicPr>
          <p:cNvPr id="5" name="Picture 4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86000"/>
            <a:ext cx="9692640" cy="5452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现场可运行、可演示核心功能——不是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386/386 对齐、关键路由端到端可跑。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