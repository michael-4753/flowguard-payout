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10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核心功能①：付款前退回风险预检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核心功能②：AI 补充风险信号+合规简报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核心功能③：双人审批+生成付款指令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本地法币，按费用/时效/退回率自动排序，给出可解释推荐。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付款前退回风险预检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确定性规则引擎：给出退回概率、命中风险因子、最可能的卡点。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先拦截，而非先失败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竞品在失败后对账；我们在提交前给出退回概率并指出卡点。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可解释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每个风险因子都能展开，告诉出纳为什么会被退、该补什么。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一键转核实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数据质量类因子可一键生成供应商核实工单，核实后自动清除/软化。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为高风险把关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超大额、受限地区、休眠账户等自动进入高风险通道。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补充风险信号 + 合规简报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规则覆盖不了的语义与情境风险，交给 AI（DeepSeek）。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抓规则抓不到的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语义矛盾、与历史失败的相似度、可能缺失的单据——只加警示，绝不降低评分。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合规简报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把一堆检查项，翻译成出纳看得懂的通俗解释与修复步骤。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起草核实消息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自动向供应商起草精准、具体的求证消息，省去反复沟通。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为什么必须有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退回原因高度非结构化、随通道与国家变化；规则是骨架，AI 是识别隐藏风险的关键。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双人审批 + 生成付款指令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Maker-Checker 职责分离，服务端硬性禁止自我批准。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第二签才放行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出纳(Maker)提交，复核人(Checker)第二签批准；高风险进第二签通道。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每次批准/退回都记录签批人与时间，写入历史。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批准=生成付款指令，交由持牌机构划付——平台不经手资金。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防错防内控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把关键控制点前置，减少人为疏漏造成的资金损失。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